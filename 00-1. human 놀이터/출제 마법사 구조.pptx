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67B53D-C213-54AD-E119-019091201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7745C8-CCE2-7585-5211-1A922E430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7FE663-9278-F6C1-06D1-15E87B66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743A-7293-4ABF-BBC1-D85B03908227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ACB051-1003-70AB-B8BE-50C543B8C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8D2DDE-9B6D-DEE1-DD6D-F8105C857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F3E3-2ECB-4E2F-917F-5103DE3E6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993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F6584-09B3-AFBB-E7BE-CEBD0ACC1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10BC8D-DBA0-B288-A59A-BD92639BF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A09F24-B6D3-C0C8-DBB5-42716C04F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743A-7293-4ABF-BBC1-D85B03908227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0D3AEF-2E2A-D421-5D8D-5BF5FDE6B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B19086-7CF1-FE59-01A2-1708DB94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F3E3-2ECB-4E2F-917F-5103DE3E6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03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48446-AE98-A52F-8708-24A559F30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7793BB-F02C-B2DE-2D68-B9C4D7E3B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559C0D-457B-C43B-8650-9A617141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743A-7293-4ABF-BBC1-D85B03908227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D9D314-BE2A-8327-72BA-A27E3CD84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CAC194-E526-0A5E-1215-A51CA374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F3E3-2ECB-4E2F-917F-5103DE3E6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364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F7BA8-CF03-0996-B2FC-A52A19636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70F698-784E-DA06-E31E-6A7D2543BA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194D5B-FFD1-8DE8-FDC6-8B81CB8E8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1A13B9-38B5-17DD-72D9-030C2F1C8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743A-7293-4ABF-BBC1-D85B03908227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3CD1C2-56B0-1953-D944-58348F30D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2E2567-FB82-7F7B-67F7-C0BB88AF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F3E3-2ECB-4E2F-917F-5103DE3E6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59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810271-1367-8236-3974-CCA68006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4020F6-9825-E549-4AB4-B6E250C7F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4558BF-587C-BBD9-161F-D42BAD8B6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013168-2950-ED56-0D2B-96F6F00C9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160969-0336-0569-025B-8AAAF7E73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F3390F-E566-682B-9CBB-36954F76B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743A-7293-4ABF-BBC1-D85B03908227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A3FAB8-45E6-6D99-DA5D-6EEC87267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435AF6D-93FC-4A8C-F61F-9908060EF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F3E3-2ECB-4E2F-917F-5103DE3E6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154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1A79A-4E8D-AF28-6612-134703DE9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373CCC-0C9D-040E-8D91-6AC9DE1F6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743A-7293-4ABF-BBC1-D85B03908227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177088-E694-AC57-13F4-C1AEA3ABB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8B9E2A-4D3D-3DCB-4F74-2AD0F9EC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F3E3-2ECB-4E2F-917F-5103DE3E6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324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67300BA-0A0B-1336-05E4-A3A7F7466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743A-7293-4ABF-BBC1-D85B03908227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55FF47B-C01F-EC1F-8E5B-A024A9D0D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EAC213-5C95-B0DB-6722-18FE3ED2F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F3E3-2ECB-4E2F-917F-5103DE3E6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836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B4422-B4FA-0425-BA33-66C1E39D3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137FD0-6DBB-66C8-8209-55D8D6D3D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816F62-32C9-1974-B9C3-6462E7A53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977EE6-6CE1-7480-99C2-49AE77D4E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743A-7293-4ABF-BBC1-D85B03908227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125EB6-2C3F-76ED-AE1E-CE52A648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60F0A7-CD2F-2BA8-577A-F3172E86E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F3E3-2ECB-4E2F-917F-5103DE3E6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28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4E22D-6929-D168-23DB-9932F1280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78AE04-6541-A60E-2C2E-AE59592D18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15135D-6742-4B6F-0C49-111E0CC93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4C6936-3927-A47D-1C69-8BE040435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743A-7293-4ABF-BBC1-D85B03908227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0B6C20-CB2A-CFB3-DA83-D8F369CA7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C1AC98-0BEF-B553-6872-43E66F6B4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F3E3-2ECB-4E2F-917F-5103DE3E6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945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3C544-844B-082C-48E1-0C13AAB30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931BEC-0202-33A7-D2A3-76504018A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64D5DC-7A2E-C7ED-6396-6C1BADB6C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743A-7293-4ABF-BBC1-D85B03908227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4F8F36-B370-45CF-7EE8-0EA36ECD0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9C4FE7-16B3-6291-166E-DB971C34F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F3E3-2ECB-4E2F-917F-5103DE3E6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16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6530683-B2D3-09B6-789D-AE071B61D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113883-C8C0-678C-00D4-F1E9B18BF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2F3C04-49DF-0D10-38B1-E4E5F23E0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743A-7293-4ABF-BBC1-D85B03908227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3DA4A0-7A8C-7592-FC0C-9F16006BB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6D217C-C6EB-1985-C112-B9F5A2F1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F3E3-2ECB-4E2F-917F-5103DE3E6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6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BE2C83-299F-1126-BAE1-98B760ADE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252C28-7B76-2941-523F-F0FE94E68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0ADF13-A88D-4FA8-32B2-48AFC9C3A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B743A-7293-4ABF-BBC1-D85B03908227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B28345-E0B7-1FBA-0442-A83733F7D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DC35A8-F9FA-3845-0C60-B7B261136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D4F3E3-2ECB-4E2F-917F-5103DE3E6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81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A91CF3A-4E84-6A5F-8780-7421B86DA7B6}"/>
              </a:ext>
            </a:extLst>
          </p:cNvPr>
          <p:cNvSpPr/>
          <p:nvPr/>
        </p:nvSpPr>
        <p:spPr>
          <a:xfrm>
            <a:off x="565523" y="1644194"/>
            <a:ext cx="1015627" cy="1568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B0334-D4ED-7B42-F381-06D9E8B9E3F4}"/>
              </a:ext>
            </a:extLst>
          </p:cNvPr>
          <p:cNvSpPr txBox="1"/>
          <p:nvPr/>
        </p:nvSpPr>
        <p:spPr>
          <a:xfrm>
            <a:off x="387350" y="1344374"/>
            <a:ext cx="14830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한글</a:t>
            </a:r>
            <a:r>
              <a:rPr lang="en-US" altLang="ko-KR" sz="800" b="1" dirty="0"/>
              <a:t>(</a:t>
            </a:r>
            <a:r>
              <a:rPr lang="en-US" altLang="ko-KR" sz="800" b="1" dirty="0" err="1"/>
              <a:t>hwp</a:t>
            </a:r>
            <a:r>
              <a:rPr lang="en-US" altLang="ko-KR" sz="800" b="1" dirty="0"/>
              <a:t>, </a:t>
            </a:r>
            <a:r>
              <a:rPr lang="en-US" altLang="ko-KR" sz="800" b="1" dirty="0" err="1"/>
              <a:t>hwpx</a:t>
            </a:r>
            <a:r>
              <a:rPr lang="en-US" altLang="ko-KR" sz="800" b="1" dirty="0"/>
              <a:t>) </a:t>
            </a:r>
            <a:r>
              <a:rPr lang="ko-KR" altLang="en-US" sz="800" b="1" dirty="0"/>
              <a:t>파일 분석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549502B-279B-2AD6-2CD8-FDB2FE108D78}"/>
              </a:ext>
            </a:extLst>
          </p:cNvPr>
          <p:cNvSpPr/>
          <p:nvPr/>
        </p:nvSpPr>
        <p:spPr>
          <a:xfrm>
            <a:off x="336550" y="2305323"/>
            <a:ext cx="1483098" cy="5746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0AFCDA-9F25-ABB9-8B61-4D7BBF3C2721}"/>
              </a:ext>
            </a:extLst>
          </p:cNvPr>
          <p:cNvSpPr txBox="1"/>
          <p:nvPr/>
        </p:nvSpPr>
        <p:spPr>
          <a:xfrm>
            <a:off x="376261" y="2373687"/>
            <a:ext cx="1316386" cy="437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메타정보문항 속성</a:t>
            </a:r>
            <a:r>
              <a:rPr lang="en-US" altLang="ko-KR" sz="800" dirty="0"/>
              <a:t>)</a:t>
            </a:r>
            <a:r>
              <a:rPr lang="ko-KR" altLang="en-US" sz="800" dirty="0"/>
              <a:t> 추출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ko-KR" altLang="en-US" sz="800" dirty="0"/>
              <a:t>리소스 추출 </a:t>
            </a:r>
            <a:r>
              <a:rPr lang="en-US" altLang="ko-KR" sz="800" dirty="0"/>
              <a:t>(</a:t>
            </a:r>
            <a:r>
              <a:rPr lang="ko-KR" altLang="en-US" sz="800" dirty="0"/>
              <a:t>이미지</a:t>
            </a:r>
            <a:r>
              <a:rPr lang="en-US" altLang="ko-KR" sz="800" dirty="0"/>
              <a:t>)</a:t>
            </a:r>
          </a:p>
        </p:txBody>
      </p:sp>
      <p:sp>
        <p:nvSpPr>
          <p:cNvPr id="8" name="순서도: 자기 디스크 7">
            <a:extLst>
              <a:ext uri="{FF2B5EF4-FFF2-40B4-BE49-F238E27FC236}">
                <a16:creationId xmlns:a16="http://schemas.microsoft.com/office/drawing/2014/main" id="{98EA8E19-8C17-5947-7F8C-F682AA2D36DF}"/>
              </a:ext>
            </a:extLst>
          </p:cNvPr>
          <p:cNvSpPr/>
          <p:nvPr/>
        </p:nvSpPr>
        <p:spPr>
          <a:xfrm>
            <a:off x="2300660" y="2370649"/>
            <a:ext cx="838200" cy="43787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Law DB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D65766-39E3-14D7-EFD5-2DAD02BBF927}"/>
              </a:ext>
            </a:extLst>
          </p:cNvPr>
          <p:cNvSpPr/>
          <p:nvPr/>
        </p:nvSpPr>
        <p:spPr>
          <a:xfrm>
            <a:off x="3746873" y="1644194"/>
            <a:ext cx="1015627" cy="156890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2D76E1-FDC6-3A2B-73BF-5DA899ED2158}"/>
              </a:ext>
            </a:extLst>
          </p:cNvPr>
          <p:cNvSpPr txBox="1"/>
          <p:nvPr/>
        </p:nvSpPr>
        <p:spPr>
          <a:xfrm>
            <a:off x="3448050" y="1344374"/>
            <a:ext cx="17091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메타정보</a:t>
            </a:r>
            <a:r>
              <a:rPr lang="en-US" altLang="ko-KR" sz="800" b="1" dirty="0"/>
              <a:t> </a:t>
            </a:r>
            <a:r>
              <a:rPr lang="ko-KR" altLang="en-US" sz="800" b="1" dirty="0"/>
              <a:t>기반</a:t>
            </a:r>
            <a:r>
              <a:rPr lang="en-US" altLang="ko-KR" sz="800" b="1" dirty="0"/>
              <a:t>_ </a:t>
            </a:r>
            <a:r>
              <a:rPr lang="ko-KR" altLang="en-US" sz="800" b="1" dirty="0"/>
              <a:t>디지털 문항 저작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C3C4BC-B8B8-D3FB-2D54-2AA76A89068D}"/>
              </a:ext>
            </a:extLst>
          </p:cNvPr>
          <p:cNvSpPr/>
          <p:nvPr/>
        </p:nvSpPr>
        <p:spPr>
          <a:xfrm>
            <a:off x="7262813" y="4393744"/>
            <a:ext cx="1015627" cy="1568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9EC8F3-3439-986B-5C20-827A1628A153}"/>
              </a:ext>
            </a:extLst>
          </p:cNvPr>
          <p:cNvSpPr txBox="1"/>
          <p:nvPr/>
        </p:nvSpPr>
        <p:spPr>
          <a:xfrm>
            <a:off x="7435926" y="4119324"/>
            <a:ext cx="4443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CMS </a:t>
            </a:r>
            <a:endParaRPr lang="ko-KR" altLang="en-US" sz="800" b="1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8254A7B-5857-61FA-835B-D2277DC1947D}"/>
              </a:ext>
            </a:extLst>
          </p:cNvPr>
          <p:cNvCxnSpPr>
            <a:stCxn id="6" idx="3"/>
            <a:endCxn id="8" idx="2"/>
          </p:cNvCxnSpPr>
          <p:nvPr/>
        </p:nvCxnSpPr>
        <p:spPr>
          <a:xfrm flipV="1">
            <a:off x="1819648" y="2589588"/>
            <a:ext cx="481012" cy="3038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1A43C4D-D12F-A8AC-DE60-6521E7541314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3138860" y="2589588"/>
            <a:ext cx="608013" cy="0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1148029-F07E-131F-57C4-C9F59FF6AFFF}"/>
              </a:ext>
            </a:extLst>
          </p:cNvPr>
          <p:cNvCxnSpPr>
            <a:cxnSpLocks/>
          </p:cNvCxnSpPr>
          <p:nvPr/>
        </p:nvCxnSpPr>
        <p:spPr>
          <a:xfrm flipH="1">
            <a:off x="5937302" y="2808526"/>
            <a:ext cx="2374" cy="1310798"/>
          </a:xfrm>
          <a:prstGeom prst="straightConnector1">
            <a:avLst/>
          </a:prstGeom>
          <a:ln w="9525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89B137-CFA5-A237-020B-65E52DFF32D6}"/>
              </a:ext>
            </a:extLst>
          </p:cNvPr>
          <p:cNvSpPr/>
          <p:nvPr/>
        </p:nvSpPr>
        <p:spPr>
          <a:xfrm>
            <a:off x="7029077" y="5023124"/>
            <a:ext cx="1483098" cy="5746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20F091-0EB2-B056-F976-AA180A79C52C}"/>
              </a:ext>
            </a:extLst>
          </p:cNvPr>
          <p:cNvSpPr txBox="1"/>
          <p:nvPr/>
        </p:nvSpPr>
        <p:spPr>
          <a:xfrm>
            <a:off x="7018192" y="5091487"/>
            <a:ext cx="1526380" cy="437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서비스를 위한 메타정보 추가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ko-KR" altLang="en-US" sz="800" dirty="0"/>
              <a:t>문항</a:t>
            </a:r>
            <a:r>
              <a:rPr lang="en-US" altLang="ko-KR" sz="800" dirty="0"/>
              <a:t> </a:t>
            </a:r>
            <a:r>
              <a:rPr lang="ko-KR" altLang="en-US" sz="800" dirty="0"/>
              <a:t>관리</a:t>
            </a:r>
            <a:endParaRPr lang="en-US" altLang="ko-KR" sz="800" dirty="0"/>
          </a:p>
        </p:txBody>
      </p:sp>
      <p:sp>
        <p:nvSpPr>
          <p:cNvPr id="26" name="순서도: 자기 디스크 25">
            <a:extLst>
              <a:ext uri="{FF2B5EF4-FFF2-40B4-BE49-F238E27FC236}">
                <a16:creationId xmlns:a16="http://schemas.microsoft.com/office/drawing/2014/main" id="{E2420BC5-D59D-1A30-BA65-849AA3E21797}"/>
              </a:ext>
            </a:extLst>
          </p:cNvPr>
          <p:cNvSpPr/>
          <p:nvPr/>
        </p:nvSpPr>
        <p:spPr>
          <a:xfrm>
            <a:off x="5459226" y="2375787"/>
            <a:ext cx="838200" cy="43787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문항</a:t>
            </a:r>
            <a:r>
              <a:rPr lang="en-US" altLang="ko-KR" sz="1000" dirty="0">
                <a:solidFill>
                  <a:schemeClr val="tx1"/>
                </a:solidFill>
              </a:rPr>
              <a:t> DB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E47E4C35-1368-D0F7-FBCD-273CEAB132F1}"/>
              </a:ext>
            </a:extLst>
          </p:cNvPr>
          <p:cNvCxnSpPr>
            <a:cxnSpLocks/>
          </p:cNvCxnSpPr>
          <p:nvPr/>
        </p:nvCxnSpPr>
        <p:spPr>
          <a:xfrm>
            <a:off x="4748913" y="2589588"/>
            <a:ext cx="723900" cy="5138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6C6FA4D-4D7D-A5A1-FAE0-DC149D4C908C}"/>
              </a:ext>
            </a:extLst>
          </p:cNvPr>
          <p:cNvSpPr/>
          <p:nvPr/>
        </p:nvSpPr>
        <p:spPr>
          <a:xfrm>
            <a:off x="3542591" y="2879929"/>
            <a:ext cx="1483098" cy="5746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127298-F6C4-B703-3A5F-5829FC9EB96F}"/>
              </a:ext>
            </a:extLst>
          </p:cNvPr>
          <p:cNvSpPr txBox="1"/>
          <p:nvPr/>
        </p:nvSpPr>
        <p:spPr>
          <a:xfrm>
            <a:off x="3582302" y="2948293"/>
            <a:ext cx="1127232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 err="1"/>
              <a:t>xapi</a:t>
            </a:r>
            <a:r>
              <a:rPr lang="en-US" altLang="ko-KR" sz="800" dirty="0"/>
              <a:t> / interface </a:t>
            </a:r>
            <a:r>
              <a:rPr lang="ko-KR" altLang="en-US" sz="800" dirty="0"/>
              <a:t>추가</a:t>
            </a:r>
            <a:endParaRPr lang="en-US" altLang="ko-KR" sz="8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719C7C4-9AB2-6C1F-6D9F-8BB56F75E8A1}"/>
              </a:ext>
            </a:extLst>
          </p:cNvPr>
          <p:cNvSpPr/>
          <p:nvPr/>
        </p:nvSpPr>
        <p:spPr>
          <a:xfrm>
            <a:off x="5402409" y="4393744"/>
            <a:ext cx="1015627" cy="1568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14ED187-3710-EA45-7F38-9827F1C04AB3}"/>
              </a:ext>
            </a:extLst>
          </p:cNvPr>
          <p:cNvSpPr/>
          <p:nvPr/>
        </p:nvSpPr>
        <p:spPr>
          <a:xfrm>
            <a:off x="5157172" y="5023122"/>
            <a:ext cx="1483098" cy="5746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FF06C0-5986-448A-83F2-13EE34BFBE3D}"/>
              </a:ext>
            </a:extLst>
          </p:cNvPr>
          <p:cNvSpPr txBox="1"/>
          <p:nvPr/>
        </p:nvSpPr>
        <p:spPr>
          <a:xfrm>
            <a:off x="5664000" y="4152309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/>
              <a:t>저작툴</a:t>
            </a:r>
            <a:endParaRPr lang="ko-KR" altLang="en-US" sz="800" b="1" dirty="0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BADDC76-8971-D85E-F0E2-69F917C84A2D}"/>
              </a:ext>
            </a:extLst>
          </p:cNvPr>
          <p:cNvCxnSpPr/>
          <p:nvPr/>
        </p:nvCxnSpPr>
        <p:spPr>
          <a:xfrm>
            <a:off x="6120895" y="2838757"/>
            <a:ext cx="1255474" cy="1255474"/>
          </a:xfrm>
          <a:prstGeom prst="line">
            <a:avLst/>
          </a:prstGeom>
          <a:ln w="9525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B916D4C-0E3D-EB9E-84E7-72C3AEF7AF84}"/>
              </a:ext>
            </a:extLst>
          </p:cNvPr>
          <p:cNvSpPr txBox="1"/>
          <p:nvPr/>
        </p:nvSpPr>
        <p:spPr>
          <a:xfrm>
            <a:off x="5180175" y="5091487"/>
            <a:ext cx="1218603" cy="437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수동으로 저작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ko-KR" altLang="en-US" sz="800" dirty="0"/>
              <a:t>리소스 업로드 및 호출</a:t>
            </a:r>
            <a:endParaRPr lang="en-US" altLang="ko-KR" sz="800" dirty="0"/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9C7EF660-3DF8-3E04-5B74-98B269B558E5}"/>
              </a:ext>
            </a:extLst>
          </p:cNvPr>
          <p:cNvCxnSpPr>
            <a:stCxn id="8" idx="3"/>
            <a:endCxn id="33" idx="1"/>
          </p:cNvCxnSpPr>
          <p:nvPr/>
        </p:nvCxnSpPr>
        <p:spPr>
          <a:xfrm rot="16200000" flipH="1">
            <a:off x="2699017" y="2829268"/>
            <a:ext cx="2501900" cy="2460415"/>
          </a:xfrm>
          <a:prstGeom prst="bentConnector2">
            <a:avLst/>
          </a:prstGeom>
          <a:ln w="9525">
            <a:prstDash val="sysDot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0129412-5C16-BE2E-C1F6-6EE60324275A}"/>
              </a:ext>
            </a:extLst>
          </p:cNvPr>
          <p:cNvSpPr/>
          <p:nvPr/>
        </p:nvSpPr>
        <p:spPr>
          <a:xfrm>
            <a:off x="8393259" y="977900"/>
            <a:ext cx="1015627" cy="223520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069EB2B-2F24-01DD-7F10-EB71E7FB094B}"/>
              </a:ext>
            </a:extLst>
          </p:cNvPr>
          <p:cNvSpPr/>
          <p:nvPr/>
        </p:nvSpPr>
        <p:spPr>
          <a:xfrm>
            <a:off x="8159426" y="1789785"/>
            <a:ext cx="1483098" cy="5746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19364C-3776-3435-8502-7A279E63C35E}"/>
              </a:ext>
            </a:extLst>
          </p:cNvPr>
          <p:cNvSpPr txBox="1"/>
          <p:nvPr/>
        </p:nvSpPr>
        <p:spPr>
          <a:xfrm>
            <a:off x="8342968" y="1858150"/>
            <a:ext cx="111601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서비스</a:t>
            </a:r>
            <a:r>
              <a:rPr lang="en-US" altLang="ko-KR" sz="800" dirty="0"/>
              <a:t> </a:t>
            </a:r>
            <a:r>
              <a:rPr lang="ko-KR" altLang="en-US" sz="800" dirty="0"/>
              <a:t>기획 및 기능</a:t>
            </a:r>
            <a:endParaRPr lang="en-US" altLang="ko-KR" sz="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51EB46-8224-526C-6AA5-27301FAC5171}"/>
              </a:ext>
            </a:extLst>
          </p:cNvPr>
          <p:cNvSpPr txBox="1"/>
          <p:nvPr/>
        </p:nvSpPr>
        <p:spPr>
          <a:xfrm>
            <a:off x="8275460" y="627203"/>
            <a:ext cx="12282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프론트 서비스 </a:t>
            </a:r>
            <a:r>
              <a:rPr lang="en-US" altLang="ko-KR" sz="800" b="1" dirty="0"/>
              <a:t>serving</a:t>
            </a:r>
            <a:endParaRPr lang="ko-KR" altLang="en-US" sz="800" b="1" dirty="0"/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27742CB2-543D-91D2-0DE8-6F198A35DE4E}"/>
              </a:ext>
            </a:extLst>
          </p:cNvPr>
          <p:cNvCxnSpPr>
            <a:cxnSpLocks/>
            <a:stCxn id="40" idx="2"/>
            <a:endCxn id="25" idx="3"/>
          </p:cNvCxnSpPr>
          <p:nvPr/>
        </p:nvCxnSpPr>
        <p:spPr>
          <a:xfrm rot="5400000">
            <a:off x="7674160" y="4083513"/>
            <a:ext cx="2097326" cy="356501"/>
          </a:xfrm>
          <a:prstGeom prst="bentConnector2">
            <a:avLst/>
          </a:prstGeom>
          <a:ln w="9525">
            <a:prstDash val="sysDot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D076976-B821-EF3C-54E1-B875B80D7AF5}"/>
              </a:ext>
            </a:extLst>
          </p:cNvPr>
          <p:cNvSpPr txBox="1"/>
          <p:nvPr/>
        </p:nvSpPr>
        <p:spPr>
          <a:xfrm>
            <a:off x="8573617" y="4121939"/>
            <a:ext cx="631904" cy="25321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/>
              <a:t>기획 반영</a:t>
            </a:r>
            <a:endParaRPr lang="en-US" altLang="ko-KR" sz="8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41361B-01A5-FCDA-57B7-A23239499764}"/>
              </a:ext>
            </a:extLst>
          </p:cNvPr>
          <p:cNvSpPr txBox="1"/>
          <p:nvPr/>
        </p:nvSpPr>
        <p:spPr>
          <a:xfrm>
            <a:off x="2373230" y="4769911"/>
            <a:ext cx="734496" cy="25321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리소스 접근</a:t>
            </a:r>
            <a:endParaRPr lang="en-US" altLang="ko-KR" sz="800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38F9CFF7-06BC-843C-5D9E-072C157EBC45}"/>
              </a:ext>
            </a:extLst>
          </p:cNvPr>
          <p:cNvGrpSpPr/>
          <p:nvPr/>
        </p:nvGrpSpPr>
        <p:grpSpPr>
          <a:xfrm>
            <a:off x="11172344" y="1299666"/>
            <a:ext cx="309372" cy="463550"/>
            <a:chOff x="10775950" y="755650"/>
            <a:chExt cx="309372" cy="46355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51" name="이등변 삼각형 50">
              <a:extLst>
                <a:ext uri="{FF2B5EF4-FFF2-40B4-BE49-F238E27FC236}">
                  <a16:creationId xmlns:a16="http://schemas.microsoft.com/office/drawing/2014/main" id="{1F8E83EC-FC34-9FA5-CE4E-99C3C2C0D0E9}"/>
                </a:ext>
              </a:extLst>
            </p:cNvPr>
            <p:cNvSpPr/>
            <p:nvPr/>
          </p:nvSpPr>
          <p:spPr>
            <a:xfrm>
              <a:off x="10775950" y="952500"/>
              <a:ext cx="309372" cy="2667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433836C3-F8B0-102B-2CF4-49C61C677633}"/>
                </a:ext>
              </a:extLst>
            </p:cNvPr>
            <p:cNvSpPr/>
            <p:nvPr/>
          </p:nvSpPr>
          <p:spPr>
            <a:xfrm>
              <a:off x="10801350" y="755650"/>
              <a:ext cx="266700" cy="2667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2CE7AF5-D6D6-51A6-BFAA-73D51063093E}"/>
              </a:ext>
            </a:extLst>
          </p:cNvPr>
          <p:cNvCxnSpPr/>
          <p:nvPr/>
        </p:nvCxnSpPr>
        <p:spPr>
          <a:xfrm flipH="1">
            <a:off x="9642524" y="1455551"/>
            <a:ext cx="1301750" cy="0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8306169-4690-52C0-A5C4-2D3B02F605E9}"/>
              </a:ext>
            </a:extLst>
          </p:cNvPr>
          <p:cNvSpPr txBox="1"/>
          <p:nvPr/>
        </p:nvSpPr>
        <p:spPr>
          <a:xfrm>
            <a:off x="11011078" y="1052471"/>
            <a:ext cx="6319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교사 </a:t>
            </a:r>
            <a:r>
              <a:rPr lang="ko-KR" altLang="en-US" sz="800" b="1" dirty="0" err="1"/>
              <a:t>인입</a:t>
            </a:r>
            <a:endParaRPr lang="ko-KR" altLang="en-US" sz="800" b="1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0F665C6-3003-E11B-983A-5755F6F2B424}"/>
              </a:ext>
            </a:extLst>
          </p:cNvPr>
          <p:cNvGrpSpPr/>
          <p:nvPr/>
        </p:nvGrpSpPr>
        <p:grpSpPr>
          <a:xfrm>
            <a:off x="11153067" y="2568632"/>
            <a:ext cx="180281" cy="270125"/>
            <a:chOff x="10775950" y="755650"/>
            <a:chExt cx="309372" cy="46355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57" name="이등변 삼각형 56">
              <a:extLst>
                <a:ext uri="{FF2B5EF4-FFF2-40B4-BE49-F238E27FC236}">
                  <a16:creationId xmlns:a16="http://schemas.microsoft.com/office/drawing/2014/main" id="{CBC16FFB-B299-56D2-0B20-9EE4919E2E42}"/>
                </a:ext>
              </a:extLst>
            </p:cNvPr>
            <p:cNvSpPr/>
            <p:nvPr/>
          </p:nvSpPr>
          <p:spPr>
            <a:xfrm>
              <a:off x="10775950" y="952500"/>
              <a:ext cx="309372" cy="2667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4659021F-8391-6B14-FDC2-F47BBB1AA829}"/>
                </a:ext>
              </a:extLst>
            </p:cNvPr>
            <p:cNvSpPr/>
            <p:nvPr/>
          </p:nvSpPr>
          <p:spPr>
            <a:xfrm>
              <a:off x="10801350" y="755650"/>
              <a:ext cx="266700" cy="2667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28A2C7F-B682-026C-9F1E-4558211B9780}"/>
              </a:ext>
            </a:extLst>
          </p:cNvPr>
          <p:cNvGrpSpPr/>
          <p:nvPr/>
        </p:nvGrpSpPr>
        <p:grpSpPr>
          <a:xfrm>
            <a:off x="11348149" y="2568632"/>
            <a:ext cx="180281" cy="270125"/>
            <a:chOff x="10775950" y="755650"/>
            <a:chExt cx="309372" cy="46355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60" name="이등변 삼각형 59">
              <a:extLst>
                <a:ext uri="{FF2B5EF4-FFF2-40B4-BE49-F238E27FC236}">
                  <a16:creationId xmlns:a16="http://schemas.microsoft.com/office/drawing/2014/main" id="{152A5598-F182-17D6-A315-F80B0A8E4739}"/>
                </a:ext>
              </a:extLst>
            </p:cNvPr>
            <p:cNvSpPr/>
            <p:nvPr/>
          </p:nvSpPr>
          <p:spPr>
            <a:xfrm>
              <a:off x="10775950" y="952500"/>
              <a:ext cx="309372" cy="2667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0476168-5C37-6025-63AA-401BFF26FE82}"/>
                </a:ext>
              </a:extLst>
            </p:cNvPr>
            <p:cNvSpPr/>
            <p:nvPr/>
          </p:nvSpPr>
          <p:spPr>
            <a:xfrm>
              <a:off x="10801350" y="755650"/>
              <a:ext cx="266700" cy="2667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630353D7-C058-9CE0-72B5-2BA18840638C}"/>
              </a:ext>
            </a:extLst>
          </p:cNvPr>
          <p:cNvGrpSpPr/>
          <p:nvPr/>
        </p:nvGrpSpPr>
        <p:grpSpPr>
          <a:xfrm>
            <a:off x="11553117" y="2575069"/>
            <a:ext cx="180281" cy="270125"/>
            <a:chOff x="10775950" y="755650"/>
            <a:chExt cx="309372" cy="46355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63" name="이등변 삼각형 62">
              <a:extLst>
                <a:ext uri="{FF2B5EF4-FFF2-40B4-BE49-F238E27FC236}">
                  <a16:creationId xmlns:a16="http://schemas.microsoft.com/office/drawing/2014/main" id="{35FB2A44-181E-60CD-8A1B-CED909164AD9}"/>
                </a:ext>
              </a:extLst>
            </p:cNvPr>
            <p:cNvSpPr/>
            <p:nvPr/>
          </p:nvSpPr>
          <p:spPr>
            <a:xfrm>
              <a:off x="10775950" y="952500"/>
              <a:ext cx="309372" cy="2667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38259F43-F37F-0ABD-D0B0-F7507D243BDE}"/>
                </a:ext>
              </a:extLst>
            </p:cNvPr>
            <p:cNvSpPr/>
            <p:nvPr/>
          </p:nvSpPr>
          <p:spPr>
            <a:xfrm>
              <a:off x="10801350" y="755650"/>
              <a:ext cx="266700" cy="2667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6918F796-327D-67C2-CE39-59DEFAF672B5}"/>
              </a:ext>
            </a:extLst>
          </p:cNvPr>
          <p:cNvSpPr txBox="1"/>
          <p:nvPr/>
        </p:nvSpPr>
        <p:spPr>
          <a:xfrm>
            <a:off x="11202969" y="227748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/>
              <a:t>학생</a:t>
            </a:r>
            <a:endParaRPr lang="ko-KR" altLang="en-US" sz="8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6822FE-39CF-35CF-CCCE-E0DDC35030A6}"/>
              </a:ext>
            </a:extLst>
          </p:cNvPr>
          <p:cNvSpPr txBox="1"/>
          <p:nvPr/>
        </p:nvSpPr>
        <p:spPr>
          <a:xfrm>
            <a:off x="9947303" y="1299666"/>
            <a:ext cx="734496" cy="25321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시험지 생성</a:t>
            </a:r>
            <a:endParaRPr lang="en-US" altLang="ko-KR" sz="800" dirty="0"/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33E436CD-78F8-5FEC-DCBE-1775763D54A1}"/>
              </a:ext>
            </a:extLst>
          </p:cNvPr>
          <p:cNvCxnSpPr>
            <a:cxnSpLocks/>
          </p:cNvCxnSpPr>
          <p:nvPr/>
        </p:nvCxnSpPr>
        <p:spPr>
          <a:xfrm>
            <a:off x="9684828" y="1665153"/>
            <a:ext cx="1259446" cy="0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9E7292FB-74C8-86DB-1484-32F75FACEA31}"/>
              </a:ext>
            </a:extLst>
          </p:cNvPr>
          <p:cNvSpPr txBox="1"/>
          <p:nvPr/>
        </p:nvSpPr>
        <p:spPr>
          <a:xfrm>
            <a:off x="9888908" y="1524219"/>
            <a:ext cx="877163" cy="25321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응시 현황</a:t>
            </a:r>
            <a:r>
              <a:rPr lang="en-US" altLang="ko-KR" sz="800" dirty="0"/>
              <a:t>/</a:t>
            </a:r>
            <a:r>
              <a:rPr lang="ko-KR" altLang="en-US" sz="800" dirty="0"/>
              <a:t>결과</a:t>
            </a:r>
            <a:endParaRPr lang="en-US" altLang="ko-KR" sz="800" dirty="0"/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0C71AAA4-E122-C831-CED7-07A4EEC8456C}"/>
              </a:ext>
            </a:extLst>
          </p:cNvPr>
          <p:cNvCxnSpPr/>
          <p:nvPr/>
        </p:nvCxnSpPr>
        <p:spPr>
          <a:xfrm flipH="1">
            <a:off x="9696647" y="2461208"/>
            <a:ext cx="1301750" cy="0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5A10B3A-C512-28DA-EF6E-A786ADDC4842}"/>
              </a:ext>
            </a:extLst>
          </p:cNvPr>
          <p:cNvSpPr txBox="1"/>
          <p:nvPr/>
        </p:nvSpPr>
        <p:spPr>
          <a:xfrm>
            <a:off x="10001426" y="2305323"/>
            <a:ext cx="734496" cy="25321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시험지 배포</a:t>
            </a:r>
            <a:endParaRPr lang="en-US" altLang="ko-KR" sz="800" dirty="0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B27DF8EE-931C-F05E-F962-43496011A7DB}"/>
              </a:ext>
            </a:extLst>
          </p:cNvPr>
          <p:cNvCxnSpPr>
            <a:cxnSpLocks/>
          </p:cNvCxnSpPr>
          <p:nvPr/>
        </p:nvCxnSpPr>
        <p:spPr>
          <a:xfrm>
            <a:off x="9738951" y="2670810"/>
            <a:ext cx="1259446" cy="0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E3CA08F-EED7-9E8A-2E29-1282DA819EC5}"/>
              </a:ext>
            </a:extLst>
          </p:cNvPr>
          <p:cNvSpPr txBox="1"/>
          <p:nvPr/>
        </p:nvSpPr>
        <p:spPr>
          <a:xfrm>
            <a:off x="9943031" y="2529876"/>
            <a:ext cx="635110" cy="25321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응시</a:t>
            </a:r>
            <a:r>
              <a:rPr lang="en-US" altLang="ko-KR" sz="800" dirty="0"/>
              <a:t>/</a:t>
            </a:r>
            <a:r>
              <a:rPr lang="ko-KR" altLang="en-US" sz="800" dirty="0"/>
              <a:t>채점</a:t>
            </a:r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181135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70</Words>
  <Application>Microsoft Office PowerPoint</Application>
  <PresentationFormat>와이드스크린</PresentationFormat>
  <Paragraphs>23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명재혁(Myung Jaehyuk) 차장</dc:creator>
  <cp:lastModifiedBy>명재혁(Myung Jaehyuk) 차장</cp:lastModifiedBy>
  <cp:revision>1</cp:revision>
  <dcterms:created xsi:type="dcterms:W3CDTF">2026-04-01T06:30:44Z</dcterms:created>
  <dcterms:modified xsi:type="dcterms:W3CDTF">2026-04-01T06:52:30Z</dcterms:modified>
</cp:coreProperties>
</file>