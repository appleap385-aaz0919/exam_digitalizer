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20" autoAdjust="0"/>
    <p:restoredTop sz="94660"/>
  </p:normalViewPr>
  <p:slideViewPr>
    <p:cSldViewPr snapToGrid="0">
      <p:cViewPr>
        <p:scale>
          <a:sx n="100" d="100"/>
          <a:sy n="100" d="100"/>
        </p:scale>
        <p:origin x="276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B28BFA-5E3F-6167-89BF-7A1FD998CB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6709F31-EA5B-B77D-E530-ACD9ADC854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4A5D59D-4EB6-8364-1919-EE3EAF466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D5162-E46B-4CB1-A819-2CB6867B87D4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20BA41F-577C-F32E-FB54-AEB21E01A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4C79CB-EB44-E661-D5F7-980C63BE3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7A3BC-4E9D-4A1F-9CA9-3EB733064E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5664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4DE55E-FA98-3FDE-F917-A0E2846F6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2A0B0F5-BAEA-3E0D-5CCB-B3BA9116DB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68E55F-EC88-9029-49D4-1EFD16695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D5162-E46B-4CB1-A819-2CB6867B87D4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EE0D11D-9022-00F0-2A88-19A1269D0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B4317D-3A8E-872E-0D05-12D6E373F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7A3BC-4E9D-4A1F-9CA9-3EB733064E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2885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577207-0467-CC86-9BC8-1CD56135C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26A93F0-74C3-7B0E-404A-830E688829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F6D864-BD7D-CEE1-1F93-B2DE62121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D5162-E46B-4CB1-A819-2CB6867B87D4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5F8D00-5D77-5706-036A-AD72A1B7C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9C39409-45ED-E08B-5ED0-912857BE5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7A3BC-4E9D-4A1F-9CA9-3EB733064E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26892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17440B-1997-A587-EFCA-8B13FCC1C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676FE85-ACED-3836-2A62-8B9B5E031D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ABEA2A5-488E-1F2E-6D81-1C99002B42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F00DDA8-0632-C5D0-CB37-2F72E8E2C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D5162-E46B-4CB1-A819-2CB6867B87D4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1FFE03D-EEE8-61E3-9A77-D20449577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F3D6453-AF83-8759-CAF3-1622C39C4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7A3BC-4E9D-4A1F-9CA9-3EB733064E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1245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9F64EA-B1B7-8322-0DBF-A33568FA6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71F4C92-C188-E2AF-3EAD-8838351968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98A03ED-3A91-1653-E244-FFD6E4E3A0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4BFCE4F-5C76-F5B5-F844-78E9919829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A6C5BA0-F4F9-3498-D965-1C4F761F64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B3833D1-469E-AE4A-B716-A2E333581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D5162-E46B-4CB1-A819-2CB6867B87D4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45E5CAC-AD33-47FF-0143-3BEB9C08B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63045DE-1946-E125-52FF-A187786C4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7A3BC-4E9D-4A1F-9CA9-3EB733064E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4984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4E60D0-54E8-40E5-E536-6756C3DEC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303BD7B-AD65-3A0E-F043-583B72041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D5162-E46B-4CB1-A819-2CB6867B87D4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1EE8805-E86B-ED8C-16ED-2197DBE47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812E6E8-94E4-80D3-6CA1-16523548A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7A3BC-4E9D-4A1F-9CA9-3EB733064E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7886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1C0A37A-2439-885E-00E6-28DCF947A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D5162-E46B-4CB1-A819-2CB6867B87D4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5BCCFC8-E7D3-9CF7-70D4-2E0F4DDFE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A6B3A2-6746-81F1-5EB8-1D7E1FE32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7A3BC-4E9D-4A1F-9CA9-3EB733064E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5474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1E8865-5B84-FD5B-3248-85F0056D1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2C3AE6-11D0-E5BB-C000-F62424DB44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420A8AA-C7C4-3391-61F6-B0FCEF8401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50CEAB7-ECD3-0565-849B-6EBCA290D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D5162-E46B-4CB1-A819-2CB6867B87D4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5D9136F-6BB2-30F7-4746-86D157FDA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EF336D3-5DA3-0ACA-7ADA-251D5BCC8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7A3BC-4E9D-4A1F-9CA9-3EB733064E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91231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2877B8-C260-314B-B5F5-CEBB02243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3D3A609-C978-74A9-9345-856E725A90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84778D4-0C7F-EFEC-789B-05794D0FC8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4B9AAD9-F8DD-138F-1294-65684FA92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D5162-E46B-4CB1-A819-2CB6867B87D4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BB17710-863E-43A2-6FA7-A96CA1642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CAE1C1B-37D3-C471-F1E2-63E260328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7A3BC-4E9D-4A1F-9CA9-3EB733064E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97624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E851EB-8E02-A7E2-0316-E1C41E662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4DEC30E-8E34-712E-69AA-5A966E6CBE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0F1B95-867B-545A-1B5E-106D8150F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D5162-E46B-4CB1-A819-2CB6867B87D4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9C41908-6FA5-CCF2-7972-D3DF9F69C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7EB7AEE-CB1E-ACEC-6F4B-06C32846B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7A3BC-4E9D-4A1F-9CA9-3EB733064E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43471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15717EA-57BE-851B-F014-900EEA846F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32D5FED-C418-BF9D-ED4D-B100406C0A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B632D0-281B-7DF3-F60F-577AF05FF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D5162-E46B-4CB1-A819-2CB6867B87D4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0DD7D75-EE4A-EAA8-AE49-7FFB3A962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0C1F92D-E71A-F652-B3E5-C9A3881A5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7A3BC-4E9D-4A1F-9CA9-3EB733064E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3002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6B34844-7348-EC74-380C-CCAC7D53C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EC6DD32-149E-CBFF-8641-2520FC276A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0A9A89-0DD8-ADE9-0F12-A339F1924F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CD5162-E46B-4CB1-A819-2CB6867B87D4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C7B9368-7C39-7E9A-A5FF-B6878B36E2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4BA20E4-0B59-5F1F-1939-3958E3585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E7A3BC-4E9D-4A1F-9CA9-3EB733064E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1002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1BC7C01F-2C31-6C6A-1E38-135122EC09E8}"/>
              </a:ext>
            </a:extLst>
          </p:cNvPr>
          <p:cNvSpPr/>
          <p:nvPr/>
        </p:nvSpPr>
        <p:spPr>
          <a:xfrm>
            <a:off x="2538984" y="214122"/>
            <a:ext cx="3003804" cy="314858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A46337F2-3715-8A0F-FF8F-367A660BA17B}"/>
              </a:ext>
            </a:extLst>
          </p:cNvPr>
          <p:cNvSpPr/>
          <p:nvPr/>
        </p:nvSpPr>
        <p:spPr>
          <a:xfrm>
            <a:off x="882872" y="4613910"/>
            <a:ext cx="2125028" cy="201168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08C318AF-CB7C-02E1-53A0-B8F9FB063D60}"/>
              </a:ext>
            </a:extLst>
          </p:cNvPr>
          <p:cNvSpPr/>
          <p:nvPr/>
        </p:nvSpPr>
        <p:spPr>
          <a:xfrm>
            <a:off x="3694461" y="4620006"/>
            <a:ext cx="2125028" cy="201168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538EDBB4-73D9-8C69-BB57-5EA0C43A1CF0}"/>
              </a:ext>
            </a:extLst>
          </p:cNvPr>
          <p:cNvSpPr/>
          <p:nvPr/>
        </p:nvSpPr>
        <p:spPr>
          <a:xfrm>
            <a:off x="6649214" y="4630674"/>
            <a:ext cx="3814189" cy="201168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BC881D8B-F560-306F-5594-B64A30AD7EBE}"/>
              </a:ext>
            </a:extLst>
          </p:cNvPr>
          <p:cNvSpPr/>
          <p:nvPr/>
        </p:nvSpPr>
        <p:spPr>
          <a:xfrm>
            <a:off x="8875014" y="1841754"/>
            <a:ext cx="3156966" cy="22730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31A35782-EAD4-4A86-34C0-9539860CA3E9}"/>
              </a:ext>
            </a:extLst>
          </p:cNvPr>
          <p:cNvSpPr/>
          <p:nvPr/>
        </p:nvSpPr>
        <p:spPr>
          <a:xfrm>
            <a:off x="8875014" y="214884"/>
            <a:ext cx="3156966" cy="10835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2840143A-D7B0-54C1-84FD-DAD61156CD55}"/>
              </a:ext>
            </a:extLst>
          </p:cNvPr>
          <p:cNvSpPr/>
          <p:nvPr/>
        </p:nvSpPr>
        <p:spPr>
          <a:xfrm>
            <a:off x="5606034" y="201168"/>
            <a:ext cx="3156966" cy="314858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2940A31-83EB-9554-90AC-AE1EB378ACFA}"/>
              </a:ext>
            </a:extLst>
          </p:cNvPr>
          <p:cNvSpPr/>
          <p:nvPr/>
        </p:nvSpPr>
        <p:spPr>
          <a:xfrm>
            <a:off x="356616" y="201168"/>
            <a:ext cx="2123694" cy="314858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FFAAC62-9D8D-DA13-B5D7-5266F892D27E}"/>
              </a:ext>
            </a:extLst>
          </p:cNvPr>
          <p:cNvSpPr/>
          <p:nvPr/>
        </p:nvSpPr>
        <p:spPr>
          <a:xfrm>
            <a:off x="509016" y="448056"/>
            <a:ext cx="1224534" cy="5212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/>
              <a:t>한글파일 분석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ADB986C-16B4-0B9E-058D-7D39CAFE2E24}"/>
              </a:ext>
            </a:extLst>
          </p:cNvPr>
          <p:cNvSpPr/>
          <p:nvPr/>
        </p:nvSpPr>
        <p:spPr>
          <a:xfrm>
            <a:off x="2618232" y="448056"/>
            <a:ext cx="1865376" cy="5212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/>
              <a:t>메타정보 생성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557CA2C-60DE-F29C-BBEC-95C39959DF9F}"/>
              </a:ext>
            </a:extLst>
          </p:cNvPr>
          <p:cNvSpPr/>
          <p:nvPr/>
        </p:nvSpPr>
        <p:spPr>
          <a:xfrm>
            <a:off x="2987040" y="1121664"/>
            <a:ext cx="1496568" cy="3505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/>
              <a:t>과목 별 </a:t>
            </a:r>
            <a:endParaRPr lang="en-US" altLang="ko-KR" sz="1050" dirty="0"/>
          </a:p>
          <a:p>
            <a:pPr algn="ctr"/>
            <a:r>
              <a:rPr lang="ko-KR" altLang="en-US" sz="1050" dirty="0"/>
              <a:t>메타정보 생성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E800188-E1DB-8DAA-80C3-96E26E11DB77}"/>
              </a:ext>
            </a:extLst>
          </p:cNvPr>
          <p:cNvSpPr/>
          <p:nvPr/>
        </p:nvSpPr>
        <p:spPr>
          <a:xfrm>
            <a:off x="2987040" y="1624584"/>
            <a:ext cx="1496568" cy="3505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/>
              <a:t>이미지</a:t>
            </a:r>
            <a:r>
              <a:rPr lang="en-US" altLang="ko-KR" sz="1050" dirty="0"/>
              <a:t>(</a:t>
            </a:r>
            <a:r>
              <a:rPr lang="ko-KR" altLang="en-US" sz="1050" dirty="0"/>
              <a:t>오디오</a:t>
            </a:r>
            <a:r>
              <a:rPr lang="en-US" altLang="ko-KR" sz="1050" dirty="0"/>
              <a:t>/</a:t>
            </a:r>
            <a:r>
              <a:rPr lang="ko-KR" altLang="en-US" sz="1050" dirty="0"/>
              <a:t>영상</a:t>
            </a:r>
            <a:r>
              <a:rPr lang="en-US" altLang="ko-KR" sz="1050" dirty="0"/>
              <a:t>)</a:t>
            </a:r>
            <a:r>
              <a:rPr lang="ko-KR" altLang="en-US" sz="1050" dirty="0"/>
              <a:t> 파일 저장</a:t>
            </a:r>
            <a:r>
              <a:rPr lang="en-US" altLang="ko-KR" sz="1050" dirty="0"/>
              <a:t>/</a:t>
            </a:r>
            <a:r>
              <a:rPr lang="ko-KR" altLang="en-US" sz="1050" dirty="0"/>
              <a:t>맵핑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D04E00B-FD24-02E3-E235-87C1ACB19A52}"/>
              </a:ext>
            </a:extLst>
          </p:cNvPr>
          <p:cNvSpPr/>
          <p:nvPr/>
        </p:nvSpPr>
        <p:spPr>
          <a:xfrm>
            <a:off x="5926074" y="448056"/>
            <a:ext cx="1865376" cy="5212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/>
              <a:t>디지털 문항 저작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5053BA0-EB1B-430C-835D-23FF59887848}"/>
              </a:ext>
            </a:extLst>
          </p:cNvPr>
          <p:cNvSpPr/>
          <p:nvPr/>
        </p:nvSpPr>
        <p:spPr>
          <a:xfrm>
            <a:off x="8615934" y="4787646"/>
            <a:ext cx="1630680" cy="5212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/>
              <a:t>문항 조합으로 </a:t>
            </a:r>
            <a:endParaRPr lang="en-US" altLang="ko-KR" sz="1050" dirty="0"/>
          </a:p>
          <a:p>
            <a:pPr algn="ctr"/>
            <a:r>
              <a:rPr lang="ko-KR" altLang="en-US" sz="1050" dirty="0"/>
              <a:t>한글파일 생성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D4DC650-A1C1-23D7-C5A0-9AA7B42B99BC}"/>
              </a:ext>
            </a:extLst>
          </p:cNvPr>
          <p:cNvSpPr/>
          <p:nvPr/>
        </p:nvSpPr>
        <p:spPr>
          <a:xfrm>
            <a:off x="2987040" y="2127504"/>
            <a:ext cx="1496568" cy="3505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 err="1"/>
              <a:t>셋트</a:t>
            </a:r>
            <a:r>
              <a:rPr lang="ko-KR" altLang="en-US" sz="1050" dirty="0"/>
              <a:t> 문항 정보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77CF8C4-63F9-E310-D650-2CD2B7413586}"/>
              </a:ext>
            </a:extLst>
          </p:cNvPr>
          <p:cNvSpPr/>
          <p:nvPr/>
        </p:nvSpPr>
        <p:spPr>
          <a:xfrm>
            <a:off x="3352800" y="2478024"/>
            <a:ext cx="1130808" cy="3505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/>
              <a:t>공통 지문 처리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9E4E1DF-6200-D9AE-4D8C-998B7943D6B9}"/>
              </a:ext>
            </a:extLst>
          </p:cNvPr>
          <p:cNvSpPr/>
          <p:nvPr/>
        </p:nvSpPr>
        <p:spPr>
          <a:xfrm>
            <a:off x="8855202" y="5461254"/>
            <a:ext cx="1391412" cy="3505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/>
              <a:t>다운로드 및 인쇄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A5760D0-4898-945B-34A5-3D1AFE040D2B}"/>
              </a:ext>
            </a:extLst>
          </p:cNvPr>
          <p:cNvSpPr/>
          <p:nvPr/>
        </p:nvSpPr>
        <p:spPr>
          <a:xfrm>
            <a:off x="6836664" y="4787646"/>
            <a:ext cx="1630680" cy="5212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/>
              <a:t>학생에게 배포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783B672-5B70-6AEF-D250-A235EE2913C9}"/>
              </a:ext>
            </a:extLst>
          </p:cNvPr>
          <p:cNvSpPr/>
          <p:nvPr/>
        </p:nvSpPr>
        <p:spPr>
          <a:xfrm>
            <a:off x="3912108" y="4790694"/>
            <a:ext cx="1630680" cy="5212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/>
              <a:t>자동 채점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7783546-55C8-CE5D-BE9A-F1D842884512}"/>
              </a:ext>
            </a:extLst>
          </p:cNvPr>
          <p:cNvSpPr/>
          <p:nvPr/>
        </p:nvSpPr>
        <p:spPr>
          <a:xfrm>
            <a:off x="1188150" y="4790694"/>
            <a:ext cx="1630680" cy="5212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/>
              <a:t>추천 문항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E54AAE5-106D-95B2-18EA-46434F8BA858}"/>
              </a:ext>
            </a:extLst>
          </p:cNvPr>
          <p:cNvSpPr/>
          <p:nvPr/>
        </p:nvSpPr>
        <p:spPr>
          <a:xfrm>
            <a:off x="1188150" y="5398008"/>
            <a:ext cx="1630680" cy="5212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/>
              <a:t>유사 문항</a:t>
            </a:r>
            <a:r>
              <a:rPr lang="en-US" altLang="ko-KR" sz="1050" dirty="0"/>
              <a:t>(</a:t>
            </a:r>
            <a:r>
              <a:rPr lang="ko-KR" altLang="en-US" sz="1050" dirty="0"/>
              <a:t>유사도 측정</a:t>
            </a:r>
            <a:r>
              <a:rPr lang="en-US" altLang="ko-KR" sz="1050" dirty="0"/>
              <a:t>)</a:t>
            </a:r>
            <a:endParaRPr lang="ko-KR" altLang="en-US" sz="1050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9A9D563-E790-20B7-5B4A-EBD2D3C9DD1A}"/>
              </a:ext>
            </a:extLst>
          </p:cNvPr>
          <p:cNvSpPr/>
          <p:nvPr/>
        </p:nvSpPr>
        <p:spPr>
          <a:xfrm>
            <a:off x="10289286" y="2051304"/>
            <a:ext cx="1630680" cy="521208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/>
              <a:t>학습맵 선택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6D9E5A8-2F5D-B2C0-A49F-4190BAD83833}"/>
              </a:ext>
            </a:extLst>
          </p:cNvPr>
          <p:cNvSpPr/>
          <p:nvPr/>
        </p:nvSpPr>
        <p:spPr>
          <a:xfrm>
            <a:off x="10732770" y="2648712"/>
            <a:ext cx="1187196" cy="35052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/>
              <a:t>메타 정보 선택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B8EFB4EB-0B58-03E6-00A5-F2AA898AC1EA}"/>
              </a:ext>
            </a:extLst>
          </p:cNvPr>
          <p:cNvSpPr/>
          <p:nvPr/>
        </p:nvSpPr>
        <p:spPr>
          <a:xfrm>
            <a:off x="7913370" y="448056"/>
            <a:ext cx="640080" cy="52120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/>
              <a:t>검수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1090010-779B-1F51-C6B6-E7851BABC6D4}"/>
              </a:ext>
            </a:extLst>
          </p:cNvPr>
          <p:cNvSpPr/>
          <p:nvPr/>
        </p:nvSpPr>
        <p:spPr>
          <a:xfrm>
            <a:off x="3912108" y="5357622"/>
            <a:ext cx="1630680" cy="1905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/>
              <a:t>검수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A7E82172-5FD7-9D0A-F37A-C9FE1BE1F186}"/>
              </a:ext>
            </a:extLst>
          </p:cNvPr>
          <p:cNvSpPr/>
          <p:nvPr/>
        </p:nvSpPr>
        <p:spPr>
          <a:xfrm>
            <a:off x="1188150" y="6005322"/>
            <a:ext cx="1630680" cy="1905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/>
              <a:t>검수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84BDA96-1270-D856-1284-52F2B33A1BD1}"/>
              </a:ext>
            </a:extLst>
          </p:cNvPr>
          <p:cNvSpPr/>
          <p:nvPr/>
        </p:nvSpPr>
        <p:spPr>
          <a:xfrm>
            <a:off x="9039606" y="448056"/>
            <a:ext cx="1865376" cy="5212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/>
              <a:t>데이터</a:t>
            </a:r>
            <a:r>
              <a:rPr lang="en-US" altLang="ko-KR" sz="1050" dirty="0"/>
              <a:t>/</a:t>
            </a:r>
            <a:r>
              <a:rPr lang="ko-KR" altLang="en-US" sz="1050" dirty="0"/>
              <a:t>인터페이스 추가 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D8B5A9A-51D5-B86D-ABE3-6BB3EBE782E4}"/>
              </a:ext>
            </a:extLst>
          </p:cNvPr>
          <p:cNvSpPr/>
          <p:nvPr/>
        </p:nvSpPr>
        <p:spPr>
          <a:xfrm>
            <a:off x="11042904" y="448056"/>
            <a:ext cx="640080" cy="52120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/>
              <a:t>검수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C5DC8691-3869-786E-573F-2738A366D234}"/>
              </a:ext>
            </a:extLst>
          </p:cNvPr>
          <p:cNvSpPr/>
          <p:nvPr/>
        </p:nvSpPr>
        <p:spPr>
          <a:xfrm>
            <a:off x="10259949" y="3102864"/>
            <a:ext cx="1630680" cy="5212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/>
              <a:t>디지털 문항 선별</a:t>
            </a:r>
            <a:endParaRPr lang="en-US" altLang="ko-KR" sz="1050" dirty="0"/>
          </a:p>
          <a:p>
            <a:pPr algn="ctr"/>
            <a:r>
              <a:rPr lang="ko-KR" altLang="en-US" sz="1050" dirty="0"/>
              <a:t>시험지 제작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EC8C3E5B-08BB-0546-405B-6844B731F164}"/>
              </a:ext>
            </a:extLst>
          </p:cNvPr>
          <p:cNvSpPr/>
          <p:nvPr/>
        </p:nvSpPr>
        <p:spPr>
          <a:xfrm>
            <a:off x="6294882" y="1121664"/>
            <a:ext cx="1496568" cy="3505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/>
              <a:t>이미지</a:t>
            </a:r>
            <a:r>
              <a:rPr lang="en-US" altLang="ko-KR" sz="1050" dirty="0"/>
              <a:t>(</a:t>
            </a:r>
            <a:r>
              <a:rPr lang="ko-KR" altLang="en-US" sz="1050" dirty="0"/>
              <a:t>오디오</a:t>
            </a:r>
            <a:r>
              <a:rPr lang="en-US" altLang="ko-KR" sz="1050" dirty="0"/>
              <a:t>/</a:t>
            </a:r>
            <a:r>
              <a:rPr lang="ko-KR" altLang="en-US" sz="1050" dirty="0"/>
              <a:t>영상</a:t>
            </a:r>
            <a:r>
              <a:rPr lang="en-US" altLang="ko-KR" sz="1050" dirty="0"/>
              <a:t>)</a:t>
            </a:r>
            <a:r>
              <a:rPr lang="ko-KR" altLang="en-US" sz="1050" dirty="0"/>
              <a:t> 파일 저장</a:t>
            </a:r>
            <a:r>
              <a:rPr lang="en-US" altLang="ko-KR" sz="1050" dirty="0"/>
              <a:t>/</a:t>
            </a:r>
            <a:r>
              <a:rPr lang="ko-KR" altLang="en-US" sz="1050" dirty="0"/>
              <a:t>맵핑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FBE2715D-C097-78EE-AE9C-CC06403314BD}"/>
              </a:ext>
            </a:extLst>
          </p:cNvPr>
          <p:cNvSpPr/>
          <p:nvPr/>
        </p:nvSpPr>
        <p:spPr>
          <a:xfrm>
            <a:off x="6294882" y="1633728"/>
            <a:ext cx="1496568" cy="3505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 err="1"/>
              <a:t>셋트</a:t>
            </a:r>
            <a:r>
              <a:rPr lang="ko-KR" altLang="en-US" sz="1050" dirty="0"/>
              <a:t> 문항 정보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85EC7449-67FF-E984-FCEF-9D4F1EFB58F9}"/>
              </a:ext>
            </a:extLst>
          </p:cNvPr>
          <p:cNvSpPr/>
          <p:nvPr/>
        </p:nvSpPr>
        <p:spPr>
          <a:xfrm>
            <a:off x="6660642" y="1984248"/>
            <a:ext cx="1130808" cy="3505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/>
              <a:t>공통 지문 처리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183194CB-B49F-FCD6-49DC-277E64A3AD61}"/>
              </a:ext>
            </a:extLst>
          </p:cNvPr>
          <p:cNvSpPr/>
          <p:nvPr/>
        </p:nvSpPr>
        <p:spPr>
          <a:xfrm>
            <a:off x="10289286" y="3727704"/>
            <a:ext cx="1630680" cy="26822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/>
              <a:t>검수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3A3CAE3B-5096-35E8-D4C2-E2CED396E350}"/>
              </a:ext>
            </a:extLst>
          </p:cNvPr>
          <p:cNvSpPr/>
          <p:nvPr/>
        </p:nvSpPr>
        <p:spPr>
          <a:xfrm>
            <a:off x="7075932" y="5474208"/>
            <a:ext cx="1391412" cy="3505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/>
              <a:t>배포 방법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6A0C6FEC-EB62-1F00-79EA-D86334086D2B}"/>
              </a:ext>
            </a:extLst>
          </p:cNvPr>
          <p:cNvSpPr/>
          <p:nvPr/>
        </p:nvSpPr>
        <p:spPr>
          <a:xfrm>
            <a:off x="7075932" y="5925312"/>
            <a:ext cx="1391412" cy="3505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/>
              <a:t>풀이 현황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07E1202-D463-C05D-4B0E-D408E809824B}"/>
              </a:ext>
            </a:extLst>
          </p:cNvPr>
          <p:cNvSpPr/>
          <p:nvPr/>
        </p:nvSpPr>
        <p:spPr>
          <a:xfrm>
            <a:off x="4708398" y="398145"/>
            <a:ext cx="640080" cy="52120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/>
              <a:t>검수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7DE4115-F46A-B385-871F-EE99FDA9B76E}"/>
              </a:ext>
            </a:extLst>
          </p:cNvPr>
          <p:cNvSpPr/>
          <p:nvPr/>
        </p:nvSpPr>
        <p:spPr>
          <a:xfrm>
            <a:off x="1813560" y="448056"/>
            <a:ext cx="640080" cy="52120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/>
              <a:t>검수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87403EFA-D4B2-1B45-1E24-6B26A8ECDE0F}"/>
              </a:ext>
            </a:extLst>
          </p:cNvPr>
          <p:cNvSpPr/>
          <p:nvPr/>
        </p:nvSpPr>
        <p:spPr>
          <a:xfrm>
            <a:off x="371094" y="64008"/>
            <a:ext cx="2082546" cy="29794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 err="1"/>
              <a:t>파싱팀</a:t>
            </a:r>
            <a:endParaRPr lang="ko-KR" altLang="en-US" sz="1050" dirty="0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7F40AA87-A42F-2D3B-CA1D-1AEBAB59F794}"/>
              </a:ext>
            </a:extLst>
          </p:cNvPr>
          <p:cNvSpPr/>
          <p:nvPr/>
        </p:nvSpPr>
        <p:spPr>
          <a:xfrm>
            <a:off x="2556128" y="73914"/>
            <a:ext cx="2937891" cy="29794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/>
              <a:t>메타정보팀</a:t>
            </a:r>
            <a:r>
              <a:rPr lang="en-US" altLang="ko-KR" sz="1050" dirty="0"/>
              <a:t>(</a:t>
            </a:r>
            <a:r>
              <a:rPr lang="ko-KR" altLang="en-US" sz="1050" dirty="0"/>
              <a:t>구조화 에이전트</a:t>
            </a:r>
            <a:r>
              <a:rPr lang="en-US" altLang="ko-KR" sz="1050" dirty="0"/>
              <a:t>)</a:t>
            </a:r>
            <a:endParaRPr lang="ko-KR" altLang="en-US" sz="1050" dirty="0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A5DD67AF-2990-E0AE-4ABC-714F794D61A8}"/>
              </a:ext>
            </a:extLst>
          </p:cNvPr>
          <p:cNvSpPr/>
          <p:nvPr/>
        </p:nvSpPr>
        <p:spPr>
          <a:xfrm>
            <a:off x="5739955" y="73914"/>
            <a:ext cx="2937891" cy="29794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/>
              <a:t>제작팀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DE3A834A-1F43-79A9-9230-7FBC4633906A}"/>
              </a:ext>
            </a:extLst>
          </p:cNvPr>
          <p:cNvSpPr/>
          <p:nvPr/>
        </p:nvSpPr>
        <p:spPr>
          <a:xfrm>
            <a:off x="8923782" y="73914"/>
            <a:ext cx="2937891" cy="29794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/>
              <a:t>데이터팀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7D1B5DA3-B218-4F83-75D1-AEFDAC98BFAB}"/>
              </a:ext>
            </a:extLst>
          </p:cNvPr>
          <p:cNvSpPr/>
          <p:nvPr/>
        </p:nvSpPr>
        <p:spPr>
          <a:xfrm>
            <a:off x="8982075" y="1644396"/>
            <a:ext cx="2937891" cy="29794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/>
              <a:t>시험지 </a:t>
            </a:r>
            <a:r>
              <a:rPr lang="ko-KR" altLang="en-US" sz="1050" dirty="0" err="1"/>
              <a:t>구성팀</a:t>
            </a:r>
            <a:endParaRPr lang="ko-KR" altLang="en-US" sz="1050" dirty="0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4F615880-C1C3-A2EB-5D91-4F236CF2CEB0}"/>
              </a:ext>
            </a:extLst>
          </p:cNvPr>
          <p:cNvSpPr/>
          <p:nvPr/>
        </p:nvSpPr>
        <p:spPr>
          <a:xfrm>
            <a:off x="6858762" y="4424172"/>
            <a:ext cx="3387852" cy="29794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/>
              <a:t>서비스 </a:t>
            </a:r>
            <a:r>
              <a:rPr lang="ko-KR" altLang="en-US" sz="1050" dirty="0" err="1"/>
              <a:t>기능팀</a:t>
            </a:r>
            <a:endParaRPr lang="ko-KR" altLang="en-US" sz="1050" dirty="0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888F1FE6-BCF6-FED2-9B13-FFF65DB4E98C}"/>
              </a:ext>
            </a:extLst>
          </p:cNvPr>
          <p:cNvSpPr/>
          <p:nvPr/>
        </p:nvSpPr>
        <p:spPr>
          <a:xfrm>
            <a:off x="882872" y="4424172"/>
            <a:ext cx="4936617" cy="29794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 err="1"/>
              <a:t>채점팀</a:t>
            </a:r>
            <a:endParaRPr lang="ko-KR" altLang="en-US" sz="1050" dirty="0"/>
          </a:p>
        </p:txBody>
      </p:sp>
    </p:spTree>
    <p:extLst>
      <p:ext uri="{BB962C8B-B14F-4D97-AF65-F5344CB8AC3E}">
        <p14:creationId xmlns:p14="http://schemas.microsoft.com/office/powerpoint/2010/main" val="16239532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100</Words>
  <Application>Microsoft Office PowerPoint</Application>
  <PresentationFormat>와이드스크린</PresentationFormat>
  <Paragraphs>39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명재혁(Myung Jaehyuk) 차장</dc:creator>
  <cp:lastModifiedBy>명재혁(Myung Jaehyuk) 차장</cp:lastModifiedBy>
  <cp:revision>3</cp:revision>
  <dcterms:created xsi:type="dcterms:W3CDTF">2026-03-31T08:01:10Z</dcterms:created>
  <dcterms:modified xsi:type="dcterms:W3CDTF">2026-03-31T09:11:22Z</dcterms:modified>
</cp:coreProperties>
</file>